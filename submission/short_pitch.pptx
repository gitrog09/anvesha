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  ·  INVESTIGATE  ·  VERIFY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ANVEṢHA</a:t>
            </a:r>
            <a:pPr indent="0" marL="0">
              <a:buNone/>
            </a:pPr>
            <a:r>
              <a:rPr lang="en-US" sz="6400" b="1" dirty="0">
                <a:solidFill>
                  <a:srgbClr val="5EEA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On-Device Intelligence for Physical Experiment Verification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D78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“AI that verifies what you built, not just what you typed.”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8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Snapdragon AI Lab Build &amp; Present Challenge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Procedures tell you what to do. Nothing checks what you built.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Procedure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237744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787E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88920" y="23774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Physical setup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37744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787E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23774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assumption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37744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787E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69480" y="23774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871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Wrong connection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871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unexpected result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37744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787E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09760" y="23774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Trial and error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3192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wrong pin, a reversed component, an out-of-range reading — caught today only by a TA walking the room, or by hours of undirected debugging.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8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instructions know what should happen.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ANVEṢHA understands what is actually happening.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8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ANVEṢHA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 fusion, not model opinion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71B1E"/>
          </a:solidFill>
          <a:ln w="12700">
            <a:solidFill>
              <a:srgbClr val="2F6E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54680" y="19659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71B1E"/>
          </a:solidFill>
          <a:ln w="12700">
            <a:solidFill>
              <a:srgbClr val="2F6E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5468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19659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71B1E"/>
          </a:solidFill>
          <a:ln w="12700">
            <a:solidFill>
              <a:srgbClr val="2F6E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66760" y="19659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71B1E"/>
          </a:solidFill>
          <a:ln w="12700">
            <a:solidFill>
              <a:srgbClr val="2F6E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80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787E"/>
                </a:solidFill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737360" y="34290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1214"/>
          </a:solidFill>
          <a:ln w="15875">
            <a:solidFill>
              <a:srgbClr val="2A31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37360" y="3429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Multimodal 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(perception)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42900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787E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34290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1214"/>
          </a:solidFill>
          <a:ln w="15875">
            <a:solidFill>
              <a:srgbClr val="2A31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3429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 Fusion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342900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787E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55280" y="34290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1214"/>
          </a:solidFill>
          <a:ln w="15875">
            <a:solidFill>
              <a:srgbClr val="2A313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0" y="3429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Verification Engine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(rule-based)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09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Perception answers “what do I see?”  —  the verification engine answers “does that satisfy the experiment?”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8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EXPERIMENT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Wrong pin to verified —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603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Incorrect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256032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787E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34640" y="25603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25603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56032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787E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20640" y="25603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25603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56032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787E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06640" y="25603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25603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Re-verification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256032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787E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92640" y="25603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0" y="25603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23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LDR sensor OUT wired to A1 instead of A0. ANVEṢHA flags the deviation, names the exact pin mismatch, and confirms PASS the moment it's corrected.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8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separation: perception vs. verification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96596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965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Whisper-Small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96596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1965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Qwen3-VL-4B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78240" y="196596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0" y="1965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 Engine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17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 Engine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301752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91840" y="3017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Arduino Telemetry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301752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A3B35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3017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Snapdragon NPU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8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SNAPDRAGON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 AI is the product, not a feature flag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Privacy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8745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Camera, audio, and experiment data never leave the device.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157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 latency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715768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tight capture → verify → correct loop needs fast, local inference.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5701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Offline inference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557016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Works in labs and classrooms with no reliable network.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9826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Efficient continuous inference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4398264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NPU acceleration for repeated frame-by-frame checks.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395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Combine multiple AI workloads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5239512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Vision + speech running together without cloud round-trips.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8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QUALCOMM AI HUB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→ AI Hub → NPU → Local Inference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Qwen3-VL-4B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Whisper-Small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237744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D787E"/>
                </a:solidFill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34640" y="23774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237744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Qualcomm AI Hub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(export + profile)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37744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D787E"/>
                </a:solidFill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20640" y="23774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237744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Snapdragon-optimized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(QNN)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37744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D787E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06640" y="23774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237744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NPU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237744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D787E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92640" y="23774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71B1E"/>
          </a:solidFill>
          <a:ln w="12700">
            <a:solidFill>
              <a:srgbClr val="2A31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0" y="237744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E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Inference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3192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repository implements the full backend abstraction (device detection, runtime selection, honest unavailability) and a verified, sourced deployment guide (docs/qualcomm_deployment.md). NPU execution itself requires physical Snapdragon hardware not available during development — no APIs or benchmarks are fabricated.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8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+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 results vs. AI Hub reference metrics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71B1E"/>
          </a:solidFill>
          <a:ln w="12700">
            <a:solidFill>
              <a:srgbClr val="2F6E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 (this repo)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CPU fallback vision backend
</a:t>
            </a:r>
            <a:pPr indent="0" marL="0">
              <a:buNone/>
            </a:pPr>
            <a:r>
              <a:rPr lang="en-US" sz="125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OpenCV frame-quality gating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Load time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First-inference latency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p50 / p95 vision latency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Verification engine latency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Peak memory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 benchmarks/results/benchmark_report.md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exact current numbers.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5577840" cy="3566160"/>
          </a:xfrm>
          <a:prstGeom prst="roundRect">
            <a:avLst>
              <a:gd name="adj" fmla="val 2051"/>
            </a:avLst>
          </a:prstGeom>
          <a:solidFill>
            <a:srgbClr val="171B1E"/>
          </a:solidFill>
          <a:ln w="12700">
            <a:solidFill>
              <a:srgbClr val="5A4A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HUB REFERENCE (not ours)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51460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Snapdragon NPU is available in this development environment. Qualcomm's own on-device profiling (run automatically during model export via qai_hub_models) is the correct source for NPU figures — kept in a clearly separate report section, never merged with our measurements.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8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+ FUTURE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this goes next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Engineering education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University laboratories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Maker spaces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 training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Equipment setup verification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Remote / asynchronous learning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24028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experiments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Better component recognition (Qwen3-VL on-device)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Automatic report generation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Additional sensors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EF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Advanced multimodal reasoning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8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ANVEṢHA AI  —  Observe. Investigate. Verify.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8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2026-09-23T04:29:55Z</dcterms:created>
  <dcterms:modified xsi:type="dcterms:W3CDTF">2026-09-23T04:29:55Z</dcterms:modified>
</cp:coreProperties>
</file>